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2011680" cy="10972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2880360" y="1828800"/>
            <a:ext cx="2011680" cy="1097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212080" y="1828800"/>
            <a:ext cx="2011680" cy="109728"/>
          </a:xfrm>
          <a:prstGeom prst="roundRect">
            <a:avLst>
              <a:gd name="adj" fmla="val 50000"/>
            </a:avLst>
          </a:prstGeom>
          <a:solidFill>
            <a:srgbClr val="22A699"/>
          </a:solidFill>
          <a:ln/>
        </p:spPr>
      </p:sp>
      <p:sp>
        <p:nvSpPr>
          <p:cNvPr id="5" name="Shape 3"/>
          <p:cNvSpPr/>
          <p:nvPr/>
        </p:nvSpPr>
        <p:spPr>
          <a:xfrm>
            <a:off x="7543800" y="1828800"/>
            <a:ext cx="2011680" cy="109728"/>
          </a:xfrm>
          <a:prstGeom prst="roundRect">
            <a:avLst>
              <a:gd name="adj" fmla="val 50000"/>
            </a:avLst>
          </a:prstGeom>
          <a:solidFill>
            <a:srgbClr val="E86A5E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1828800"/>
            <a:ext cx="2011680" cy="109728"/>
          </a:xfrm>
          <a:prstGeom prst="roundRect">
            <a:avLst>
              <a:gd name="adj" fmla="val 50000"/>
            </a:avLst>
          </a:prstGeom>
          <a:solidFill>
            <a:srgbClr val="F2B13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IDLC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566928" y="3611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Intelligent-Driven Life Cycle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team — UI → Platform → App → Security → QA — with quality gates, built four ways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coordination modes</a:t>
            </a:r>
            <a:pPr indent="0" marL="0">
              <a:buNone/>
            </a:pPr>
            <a:r>
              <a:rPr lang="en-US" sz="15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platform POCs</a:t>
            </a:r>
            <a:pPr indent="0" marL="0">
              <a:buNone/>
            </a:pPr>
            <a:r>
              <a:rPr lang="en-US" sz="15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shared handoff contract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IDLC pipeline: a sequential handoff chain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13293D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33172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76148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85800" y="32186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834640"/>
            <a:ext cx="182880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737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· Maya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0360" y="219456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13293D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17520" y="233172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23317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76148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Platform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017520" y="32186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834640"/>
            <a:ext cx="182880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737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· Ben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219456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13293D"/>
          </a:solidFill>
          <a:ln w="12700">
            <a:solidFill>
              <a:srgbClr val="22A6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49240" y="233172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22A699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3317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276148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349240" y="32186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60920" y="2834640"/>
            <a:ext cx="182880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1737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219456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13293D"/>
          </a:solidFill>
          <a:ln w="12700">
            <a:solidFill>
              <a:srgbClr val="E86A5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0" y="233172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E86A5E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23317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C.2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276148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Security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7680960" y="32186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2834640"/>
            <a:ext cx="182880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9875520" y="1737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· Carl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75520" y="219456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13293D"/>
          </a:solidFill>
          <a:ln w="12700">
            <a:solidFill>
              <a:srgbClr val="F2B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012680" y="233172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F2B138"/>
          </a:solidFill>
          <a:ln/>
        </p:spPr>
      </p:sp>
      <p:sp>
        <p:nvSpPr>
          <p:cNvPr id="35" name="Text 33"/>
          <p:cNvSpPr/>
          <p:nvPr/>
        </p:nvSpPr>
        <p:spPr>
          <a:xfrm>
            <a:off x="10012680" y="23317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12680" y="276148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QA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0012680" y="32186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B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handoff.json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4114800"/>
            <a:ext cx="106070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548640" y="4343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consumes the previous stage's handoff and emits the next. An agent must not start unless the upstream handoff status == "passed".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3293D"/>
          </a:solidFill>
          <a:ln w="12700">
            <a:solidFill>
              <a:srgbClr val="E86A5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77240" y="52578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(Agent C.2) is a GATE, not a builder.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only pass work forward to QA or bounce it back to App. This models the C.2 box hanging off Agent C in the source diagram.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contract makes every stage portable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stage emits the SAME artifact, you can swap the engine running any stage without touching the others.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13293D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handoff.json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28803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IDLC stage produced this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4015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 / consumer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340156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made it · who consumes it next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92277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3922776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| failed | needs_human_review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4439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artifacts[]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4443984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spec, design, adr, iac, code, test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9651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gate.checks[] + 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63240" y="496519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the orchestrator routes 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5486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open_questions[]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5486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⇒ pause for a human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228600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468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RULE THE SYSTEM RUNS 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7889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agent starts its stage until the upstream handoff status == "passed".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309360" y="416052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4297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across all 4 POCs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46634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 contract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shared/schemas/handoff.schema.json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agent prompts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shared/prompts/*.md — reused everywhere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6172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2B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only the orchestration engine changes.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specialized agents, mapped from the diagram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28016" cy="841248"/>
          </a:xfrm>
          <a:prstGeom prst="roundRect">
            <a:avLst>
              <a:gd name="adj" fmla="val 2857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3794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 A · UI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11880" y="19110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11880" y="2221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spec · design tokens · component contracts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55080" y="183794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has empty/loading/error states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79192"/>
            <a:ext cx="128016" cy="841248"/>
          </a:xfrm>
          <a:prstGeom prst="roundRect">
            <a:avLst>
              <a:gd name="adj" fmla="val 2857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3405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 B · Platform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11880" y="2807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spec + contracts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311810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· Terraform · OpenAPI contract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734056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validate passes · secrets via Key Vault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75304"/>
            <a:ext cx="128016" cy="841248"/>
          </a:xfrm>
          <a:prstGeom prst="roundRect">
            <a:avLst>
              <a:gd name="adj" fmla="val 28571"/>
            </a:avLst>
          </a:prstGeom>
          <a:solidFill>
            <a:srgbClr val="22A69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3016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 C · App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611880" y="3703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+ contracts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40142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· Angular · SQL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3630168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clean · every path implemented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47141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471416"/>
            <a:ext cx="128016" cy="841248"/>
          </a:xfrm>
          <a:prstGeom prst="roundRect">
            <a:avLst>
              <a:gd name="adj" fmla="val 28571"/>
            </a:avLst>
          </a:prstGeom>
          <a:solidFill>
            <a:srgbClr val="E86A5E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526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 C.2 · Security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611880" y="45994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source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11880" y="49103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45262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· authz everywhere · per-device IoT id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36752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5367528"/>
            <a:ext cx="128016" cy="841248"/>
          </a:xfrm>
          <a:prstGeom prst="roundRect">
            <a:avLst>
              <a:gd name="adj" fmla="val 28571"/>
            </a:avLst>
          </a:prstGeom>
          <a:solidFill>
            <a:srgbClr val="F2B138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42239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 D · QA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611880" y="549554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app + spec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11880" y="5806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· test report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5422392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acceptance criterion has a test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modes — layers on one graph, not rivals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3293D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4028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 · Sequential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chain. On pass → next agent. On fail → route back to the named stage.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Simplest, best default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edge = smarter than a pipe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3293D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24028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· Orchestrated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9718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orchestrator agent reads each handoff and DECIDES who runs next — including re-runs and escalation.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4754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routing than "next in line"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one reasoning hop / stage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3293D"/>
          </a:solidFill>
          <a:ln w="12700">
            <a:solidFill>
              <a:srgbClr val="22A6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24028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22A699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· Human-in-loop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9718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chain, but PAUSES at each gate for your explicit approval before advancing.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21040" y="4754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early, before you trust agents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to sequential later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B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read &amp; write the identical handoff contract — you can mix them per stage.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 RUN 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gate decision at every hop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606040" y="2706624"/>
            <a:ext cx="411480" cy="256032"/>
          </a:xfrm>
          <a:prstGeom prst="rightArrow">
            <a:avLst/>
          </a:prstGeom>
          <a:solidFill>
            <a:srgbClr val="22A699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20848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63240" y="23774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63240" y="2377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Platform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846320" y="2706624"/>
            <a:ext cx="411480" cy="256032"/>
          </a:xfrm>
          <a:prstGeom prst="rightArrow">
            <a:avLst/>
          </a:prstGeom>
          <a:solidFill>
            <a:srgbClr val="22A69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0848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0" y="23774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22A6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2377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86600" y="2706624"/>
            <a:ext cx="411480" cy="256032"/>
          </a:xfrm>
          <a:prstGeom prst="rightArrow">
            <a:avLst/>
          </a:prstGeom>
          <a:solidFill>
            <a:srgbClr val="22A699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20848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43800" y="23774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E86A5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43800" y="2377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Security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326880" y="2706624"/>
            <a:ext cx="411480" cy="256032"/>
          </a:xfrm>
          <a:prstGeom prst="rightArrow">
            <a:avLst/>
          </a:prstGeom>
          <a:solidFill>
            <a:srgbClr val="22A699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20848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784080" y="23774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F2B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84080" y="2377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QA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691640" y="34015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 → route back to the owning stage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91640" y="3730752"/>
            <a:ext cx="6949440" cy="0"/>
          </a:xfrm>
          <a:prstGeom prst="line">
            <a:avLst/>
          </a:prstGeom>
          <a:noFill/>
          <a:ln w="25400">
            <a:solidFill>
              <a:srgbClr val="E86A5E"/>
            </a:solidFill>
            <a:prstDash val="dash"/>
            <a:headEnd type="triangle"/>
          </a:ln>
        </p:spPr>
      </p:sp>
      <p:sp>
        <p:nvSpPr>
          <p:cNvPr id="24" name="Shape 22"/>
          <p:cNvSpPr/>
          <p:nvPr/>
        </p:nvSpPr>
        <p:spPr>
          <a:xfrm>
            <a:off x="822960" y="411480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114800"/>
            <a:ext cx="128016" cy="566928"/>
          </a:xfrm>
          <a:prstGeom prst="roundRect">
            <a:avLst>
              <a:gd name="adj" fmla="val 28571"/>
            </a:avLst>
          </a:prstGeom>
          <a:solidFill>
            <a:srgbClr val="22A699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1148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411480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invoke the consumer (next stage)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" y="4773168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4773168"/>
            <a:ext cx="128016" cy="566928"/>
          </a:xfrm>
          <a:prstGeom prst="roundRect">
            <a:avLst>
              <a:gd name="adj" fmla="val 28571"/>
            </a:avLst>
          </a:prstGeom>
          <a:solidFill>
            <a:srgbClr val="E86A5E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477316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31920" y="477316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 to the stage named in the handoff; escalate after 2 retries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" y="5431536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" y="5431536"/>
            <a:ext cx="128016" cy="566928"/>
          </a:xfrm>
          <a:prstGeom prst="roundRect">
            <a:avLst>
              <a:gd name="adj" fmla="val 28571"/>
            </a:avLst>
          </a:prstGeom>
          <a:solidFill>
            <a:srgbClr val="F2B138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" y="543153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needs_human_review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931920" y="5431536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STOP, surface open_questions to a human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BUILDS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agents, four orchestration engines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13293D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3055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305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3172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Claude Code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+ MCP + gate hook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infra · Markdown agents · /idlc-run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13293D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13055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305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Azure DevOps + Copilot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ARE the stages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246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CI/CD · approvals · audit trail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13293D"/>
          </a:solidFill>
          <a:ln w="12700">
            <a:solidFill>
              <a:srgbClr val="22A6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37083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22A69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708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31720" y="4343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LangGraph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77240" y="5029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Python state machine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control · testable · vendor-free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4114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13293D"/>
          </a:solidFill>
          <a:ln w="12700">
            <a:solidFill>
              <a:srgbClr val="F2B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437083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2B138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3708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 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0" y="4343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Hybrid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492240" y="5029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brain → CC + ADO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5486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on Claude · execution in CI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 1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POC 1 — Claude Code (subagents + MCP)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.claude/agents/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54680" y="1837944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subagents + idlc-orchestrator. Plain Markdown with YAML frontmatter (name, tools, model).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62072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62072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.mcp.json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2916936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GitHub + Azure DevOps + filesystem so agents get real repo/PR access.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941064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41064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gate-check.sh hook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54680" y="3995928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SubagentStop → validates handoff.json against the schema → blocks on failure.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020056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020056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/idlc-run [mode]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54680" y="5074920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pipeline in sequential | orchestrated | human. Reads each handoff before advancing.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folder into a repo, open Claude Code, run: /idlc-run human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 2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POC 2 — Azure DevOps + GitHub Copilot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Copilot chat modes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54680" y="1837944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.github/copilot/*.chatmode.md give each agent its persona + tool scope (matches the diagram's tool tables).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62072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62072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Pipeline stages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2916936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idlc-pipeline.yml: each stage = one IDLC agent, chained by dependsOn (sequential mode).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941064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41064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Gate jobs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54680" y="3995928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gate.yml validates the handoff, sets an output var; downstream stages condition on it.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020056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020056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ManualValidation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54680" y="5074920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task before each stage = human mode. Conditional triggers = orchestrated mode.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source diagram most literally — real CI, approvals, and audit trail.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 3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POC 3 — LangGraph (runnable)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22A69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Nodes = stages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54680" y="1837944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agents.py: each node loads the SAME shared prompt, calls Claude, returns a handoff. Opus for judgment stages.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62072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22A69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62072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Edges = gates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2916936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graph.py: conditional edges read the handoff and route — advance, back on fail, or human_review.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941064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22A69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41064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Modes from one graph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54680" y="3995928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build_graph(mode): human uses interrupt_before + checkpoint resume; loop-guard escalates after 2 retries.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020056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22A69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020056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54680" y="5074920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idlc.run --mode sequential | orchestrated | human. CrewAI shape documented for comparison.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control and testability; the routing logic is explicit code, not prose.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 4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POC 4 — Hybrid (Claude Code as the brain)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F2B1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routing.yaml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54680" y="1837944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stage picks its engine: claude-subagent | copilot-ado. Re-route a stage by editing one line.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62072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F2B13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62072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Reasoning stages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2916936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Platform · Security run as Claude Code subagents (reasoning-heavy).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941064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F2B13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41064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Execution stages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54680" y="3995928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QA dispatch to Azure DevOps pipelines (real build + test in CI) via the adapter.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020056"/>
            <a:ext cx="2377440" cy="932688"/>
          </a:xfrm>
          <a:prstGeom prst="roundRect">
            <a:avLst>
              <a:gd name="adj" fmla="val 7843"/>
            </a:avLst>
          </a:prstGeom>
          <a:solidFill>
            <a:srgbClr val="F2B13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020056"/>
            <a:ext cx="2148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orchestrate.py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54680" y="5074920"/>
            <a:ext cx="8275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reads/writes the shared handoff contract, so stages stay portable across engines.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realistic end state: reasoning on Claude, execution in CI, unified by the contract.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Recommended path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91640" y="193852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Start POC 1 in human mode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3317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way to watch the whole pipeline run and build trust in each agent.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8803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91640" y="299008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Switch to sequential → orchestrated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3832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agents prove out, drop the approval gates and let it flow.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22A69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31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04164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 up POC 3 (LangGraph) in parallel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4348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custom routing, observability, or vendor independence.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9834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2B13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83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91640" y="509320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Adopt POC 4 (Hybrid) as the target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4864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on Claude Code, App + QA execution on Azure DevOps CI.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sample product-spec.md first — it's the Leadership artifact everything downstream flows from.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2026-08-16T18:49:09Z</dcterms:created>
  <dcterms:modified xsi:type="dcterms:W3CDTF">2026-08-16T18:49:09Z</dcterms:modified>
</cp:coreProperties>
</file>